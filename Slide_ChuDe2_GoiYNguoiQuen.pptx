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THẢO LUẬN MỞ · CHỦ ĐỀ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người quen trên mạng xã hội bằng MapReduce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lớn · Chương 4: MapReduce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viên: Nguyễn Đức Duy (A48496)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và giả định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vào: danh sách kề, 6 người (Alice … Frank)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bạn của bạn nhưng chưa là bạn trực tiếp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theo số bạn chung; tối đa 2 gợi ý/người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Hòa điểm: tên tăng dần (A→Z)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 định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087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hệ hai chiều, không tính bản thân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(A,B) và (B,A) là một quan hệ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một chiều vẫn coi là bạn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không có ứng viên vẫn có dòng “Không có gợi ý (0)”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key/value và quy tắc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Thành phần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 trị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Ý nghĩa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U1,U2 với U1 &lt; U2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Chuẩn hóa cặp vô hướng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mỗi cặp (X, bạn của 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 người đã là bạn: Reducer loại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mỗi cặp bạn (Bi,Bj) của 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chung bạn X (điểm +1)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USER_ONLY,U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không có bạn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Mapper: bỏ tên trùng bằng set(), loại tự kết bạn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phát (cặp,1): Reducer sẽ không biết cặp đã là bạn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Reducer: có DIRECT thì loại; còn lại điểm = số bạn chung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theo (−điểm, tên), cắt [:2]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Map → Shuffle &amp; Sort → Reduce (Bob và Dan)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pic>
        <p:nvPicPr>
          <p:cNvPr id="4" name="Image 0" descr="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8229600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 &amp; Sort: 13 khóa, 7 bị loại, 6 được giữ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4630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Khóa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 trị sau gom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Quyết định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Alice,Bob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DIRECT×2, 1:Carol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Alice,Carol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DIRECT×2, 1:Bob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Alice,Dan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1:Bob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Alice,Eve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1:Carol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Bob,Carol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DIRECT×2, 1:Alice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Bob,Dan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Bob,Eve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1:Carol, 1:Dan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Bob,Frank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Carol,Dan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1:Bob, 1:Eve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Carol,Eve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Dan,Eve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Dan,Frank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Eve,Frank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(1)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68680"/>
            <a:ext cx="2926080" cy="3749040"/>
          </a:xfrm>
          <a:prstGeom prst="roundRect">
            <a:avLst>
              <a:gd name="adj" fmla="val 25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978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xét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371600"/>
            <a:ext cx="2560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Alice,Bob có 1 bạn chung (Carol) nhưng đã là bạn: loại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Bob,Eve và Carol,Dan có 2 đường đi độ dài 2: điểm 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Alice,Frank và Carol,Frank không có đường đi nên không xuất hiện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Top 2 cho cả 6 người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237744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Ứng viên hợp lệ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chứng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 (1), Eve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 (1), Eve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Hòa điểm: D &lt; 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 (2), Frank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 (2), Frank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Eve: 2 bạn chung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 (2)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 (2)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Frank: 0 bạn chung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(2), Alice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(2), Alice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nhiều hơn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 (2), Alice (1), Frank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 (2), Alice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Alice, Frank hòa: A &lt;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 (1), Eve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 (1), Eve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Hòa điểm: B &lt; 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của đề ghi Frank: “Bob (1), Carol (0)”. Theo đồ thị đầy đủ, ứng viên đúng của Frank là Bob (1) và Eve (1); kết quả đã được đối soát độc lập bằng verify.py (is_identical = True).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Python và lệnh chạy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37744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mapper.py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friends = sorted(set(f for f in raw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 != user))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friends: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print(key(user,f), "DIRECT")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i&lt;j in friends: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print(key(fi,fj), "1:"+user)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237744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0058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reducer.py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is_direct and mutual: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= len(mutual)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rec[u1].append((score,u2))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rec[u2].append((score,u1))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xuất Top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sort(key=(-score, name))[:2]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21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mapper.py &lt; input.txt | sort | python3 reducer.py &gt; output.txt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21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verify.py input.txt output.txt   # is_identical = True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Streaming: -files, -mapper, -reducer, -input, -output (xử lý theo lô).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5 nhóm: tất cả ĐẠT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2918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Nhóm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Dữ liệu vào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chạy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Chuẩn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người mẫu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dòng như bảng Top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Trùng lặp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Alice: Bob, Bob, Carol, Alice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Bob: Carol (1); Carol: Bob (1); Alice: không gợi 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Một chiều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Alice: Bob, Carol / Carol: Alice, Bob / Bob: Carol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3 không gợi ý ((Alice,Bob) có DIRECT)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Biên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Ghost: ; Solo: OnlyFriend; OnlyFriend: Solo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3: Không có gợi ý (0)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Nhất quán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input.txt + verify.py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is_identical = True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phức tạp, cải tiến và quyền riêng tư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Bùng nổ tổ hợp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bạn sinh d(d−1)/2 ≈ O(d²) cặp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10⁶ cho khoảng 5×10¹¹ cặp từ một dòng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Nghẽn trước: spill ra đĩa ở Map và mạng ở Shuffle (data skew)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tiến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087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= Σ e^(−λΔt) / log(1 + dX): hạ trọng số người nổi tiếng, ưu tiên tương tác gần đây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Quyền riêng tư: loại tài khoản riêng tư và danh sách chặn ngay tại Mapper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rất lớn: 2 Job nối tiếp (đếm bạn chung rồi Top 2 theo người)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biện và kết luận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A48496 – Nguyễn Đức Duy · Dữ liệu lớn · Chương 4: MapReduce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Map, không Reduce? Không: mapper chỉ thấy danh sách của một người, không cộng được bạn chung và không biết cặp đã là bạn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key phải về một Reducer: nếu tách, có thể chỉ thấy 1:Carol mà thiếu DIRECT nên gợi ý nhầm bạn cũ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Combiner an toàn nếu gộp đúng: giữ cờ DIRECT, hợp các tập 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 chạy theo lô, không phù hợp gợi ý thời gian thực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thiết kế key chuẩn hóa + nhãn DIRECT cho kết quả đúng trên dữ liệu mẫu và 5 nhóm kiểm thử; hạn chế chính là O(d²) với nút có nhiều bạn.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2026-10-14T11:31:24Z</dcterms:created>
  <dcterms:modified xsi:type="dcterms:W3CDTF">2026-10-14T11:31:24Z</dcterms:modified>
</cp:coreProperties>
</file>